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GB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7705EB4-39E3-7AF5-AE4B-D596848C30FF}" v="544" dt="2026-03-13T00:04:31.458"/>
    <p1510:client id="{D01A1329-E4FA-D0AB-B1E9-9545B9AC9705}" v="259" dt="2026-03-12T22:33:16.56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972" autoAdjust="0"/>
    <p:restoredTop sz="94660"/>
  </p:normalViewPr>
  <p:slideViewPr>
    <p:cSldViewPr snapToGrid="0">
      <p:cViewPr varScale="1">
        <p:scale>
          <a:sx n="89" d="100"/>
          <a:sy n="89" d="100"/>
        </p:scale>
        <p:origin x="235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13/03/2026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13/03/2026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13/03/2026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13/03/2026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13/03/2026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13/03/2026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13/03/2026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13/03/2026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13/03/2026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13/03/2026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13/03/2026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GB" smtClean="0"/>
              <a:t>13/03/2026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GB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/>
              <a:t>Phoenix Park Main Findings 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GB" dirty="0"/>
              <a:t>Student number: C24383676</a:t>
            </a:r>
          </a:p>
          <a:p>
            <a:r>
              <a:rPr lang="en-GB" dirty="0"/>
              <a:t>Name: Allen Lapitan</a:t>
            </a:r>
          </a:p>
          <a:p>
            <a:r>
              <a:rPr lang="en-GB"/>
              <a:t>Module: STAT2012 Statistics</a:t>
            </a: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5" name="Rectangle 44">
            <a:extLst>
              <a:ext uri="{FF2B5EF4-FFF2-40B4-BE49-F238E27FC236}">
                <a16:creationId xmlns:a16="http://schemas.microsoft.com/office/drawing/2014/main" id="{6D22FA1E-E02A-4FC5-BBA6-577D6DA0C8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47" name="Freeform: Shape 46">
            <a:extLst>
              <a:ext uri="{FF2B5EF4-FFF2-40B4-BE49-F238E27FC236}">
                <a16:creationId xmlns:a16="http://schemas.microsoft.com/office/drawing/2014/main" id="{05D27520-F270-4F3D-A46E-76A337B6E1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6315529 w 12192000"/>
              <a:gd name="connsiteY0" fmla="*/ 4323896 h 6858000"/>
              <a:gd name="connsiteX1" fmla="*/ 6295588 w 12192000"/>
              <a:gd name="connsiteY1" fmla="*/ 4367579 h 6858000"/>
              <a:gd name="connsiteX2" fmla="*/ 6219229 w 12192000"/>
              <a:gd name="connsiteY2" fmla="*/ 4436818 h 6858000"/>
              <a:gd name="connsiteX3" fmla="*/ 6065687 w 12192000"/>
              <a:gd name="connsiteY3" fmla="*/ 4637204 h 6858000"/>
              <a:gd name="connsiteX4" fmla="*/ 5727387 w 12192000"/>
              <a:gd name="connsiteY4" fmla="*/ 5460076 h 6858000"/>
              <a:gd name="connsiteX5" fmla="*/ 5620972 w 12192000"/>
              <a:gd name="connsiteY5" fmla="*/ 5725836 h 6858000"/>
              <a:gd name="connsiteX6" fmla="*/ 5707795 w 12192000"/>
              <a:gd name="connsiteY6" fmla="*/ 5790089 h 6858000"/>
              <a:gd name="connsiteX7" fmla="*/ 5554627 w 12192000"/>
              <a:gd name="connsiteY7" fmla="*/ 6078873 h 6858000"/>
              <a:gd name="connsiteX8" fmla="*/ 5373489 w 12192000"/>
              <a:gd name="connsiteY8" fmla="*/ 6402408 h 6858000"/>
              <a:gd name="connsiteX9" fmla="*/ 5099999 w 12192000"/>
              <a:gd name="connsiteY9" fmla="*/ 6827527 h 6858000"/>
              <a:gd name="connsiteX10" fmla="*/ 5078133 w 12192000"/>
              <a:gd name="connsiteY10" fmla="*/ 6857998 h 6858000"/>
              <a:gd name="connsiteX11" fmla="*/ 9179960 w 12192000"/>
              <a:gd name="connsiteY11" fmla="*/ 6857998 h 6858000"/>
              <a:gd name="connsiteX12" fmla="*/ 9179960 w 12192000"/>
              <a:gd name="connsiteY12" fmla="*/ 4323896 h 6858000"/>
              <a:gd name="connsiteX13" fmla="*/ 0 w 12192000"/>
              <a:gd name="connsiteY13" fmla="*/ 0 h 6858000"/>
              <a:gd name="connsiteX14" fmla="*/ 5872711 w 12192000"/>
              <a:gd name="connsiteY14" fmla="*/ 0 h 6858000"/>
              <a:gd name="connsiteX15" fmla="*/ 5885421 w 12192000"/>
              <a:gd name="connsiteY15" fmla="*/ 20207 h 6858000"/>
              <a:gd name="connsiteX16" fmla="*/ 5925300 w 12192000"/>
              <a:gd name="connsiteY16" fmla="*/ 48911 h 6858000"/>
              <a:gd name="connsiteX17" fmla="*/ 5940039 w 12192000"/>
              <a:gd name="connsiteY17" fmla="*/ 101212 h 6858000"/>
              <a:gd name="connsiteX18" fmla="*/ 5969942 w 12192000"/>
              <a:gd name="connsiteY18" fmla="*/ 311282 h 6858000"/>
              <a:gd name="connsiteX19" fmla="*/ 5961238 w 12192000"/>
              <a:gd name="connsiteY19" fmla="*/ 357643 h 6858000"/>
              <a:gd name="connsiteX20" fmla="*/ 5917195 w 12192000"/>
              <a:gd name="connsiteY20" fmla="*/ 420369 h 6858000"/>
              <a:gd name="connsiteX21" fmla="*/ 5882753 w 12192000"/>
              <a:gd name="connsiteY21" fmla="*/ 556832 h 6858000"/>
              <a:gd name="connsiteX22" fmla="*/ 5814490 w 12192000"/>
              <a:gd name="connsiteY22" fmla="*/ 757416 h 6858000"/>
              <a:gd name="connsiteX23" fmla="*/ 5780064 w 12192000"/>
              <a:gd name="connsiteY23" fmla="*/ 817804 h 6858000"/>
              <a:gd name="connsiteX24" fmla="*/ 5808232 w 12192000"/>
              <a:gd name="connsiteY24" fmla="*/ 850533 h 6858000"/>
              <a:gd name="connsiteX25" fmla="*/ 5906473 w 12192000"/>
              <a:gd name="connsiteY25" fmla="*/ 1076571 h 6858000"/>
              <a:gd name="connsiteX26" fmla="*/ 5778623 w 12192000"/>
              <a:gd name="connsiteY26" fmla="*/ 1369280 h 6858000"/>
              <a:gd name="connsiteX27" fmla="*/ 5710841 w 12192000"/>
              <a:gd name="connsiteY27" fmla="*/ 1462628 h 6858000"/>
              <a:gd name="connsiteX28" fmla="*/ 5846774 w 12192000"/>
              <a:gd name="connsiteY28" fmla="*/ 1455933 h 6858000"/>
              <a:gd name="connsiteX29" fmla="*/ 5897329 w 12192000"/>
              <a:gd name="connsiteY29" fmla="*/ 1553073 h 6858000"/>
              <a:gd name="connsiteX30" fmla="*/ 5919735 w 12192000"/>
              <a:gd name="connsiteY30" fmla="*/ 1602736 h 6858000"/>
              <a:gd name="connsiteX31" fmla="*/ 6057874 w 12192000"/>
              <a:gd name="connsiteY31" fmla="*/ 1910648 h 6858000"/>
              <a:gd name="connsiteX32" fmla="*/ 6039719 w 12192000"/>
              <a:gd name="connsiteY32" fmla="*/ 2010547 h 6858000"/>
              <a:gd name="connsiteX33" fmla="*/ 5841713 w 12192000"/>
              <a:gd name="connsiteY33" fmla="*/ 2520599 h 6858000"/>
              <a:gd name="connsiteX34" fmla="*/ 6071734 w 12192000"/>
              <a:gd name="connsiteY34" fmla="*/ 2593468 h 6858000"/>
              <a:gd name="connsiteX35" fmla="*/ 6092050 w 12192000"/>
              <a:gd name="connsiteY35" fmla="*/ 2806646 h 6858000"/>
              <a:gd name="connsiteX36" fmla="*/ 6215122 w 12192000"/>
              <a:gd name="connsiteY36" fmla="*/ 3021197 h 6858000"/>
              <a:gd name="connsiteX37" fmla="*/ 6338100 w 12192000"/>
              <a:gd name="connsiteY37" fmla="*/ 3178087 h 6858000"/>
              <a:gd name="connsiteX38" fmla="*/ 6343927 w 12192000"/>
              <a:gd name="connsiteY38" fmla="*/ 3194685 h 6858000"/>
              <a:gd name="connsiteX39" fmla="*/ 6343850 w 12192000"/>
              <a:gd name="connsiteY39" fmla="*/ 3201174 h 6858000"/>
              <a:gd name="connsiteX40" fmla="*/ 6366375 w 12192000"/>
              <a:gd name="connsiteY40" fmla="*/ 3271251 h 6858000"/>
              <a:gd name="connsiteX41" fmla="*/ 6369430 w 12192000"/>
              <a:gd name="connsiteY41" fmla="*/ 3276240 h 6858000"/>
              <a:gd name="connsiteX42" fmla="*/ 6392405 w 12192000"/>
              <a:gd name="connsiteY42" fmla="*/ 3360437 h 6858000"/>
              <a:gd name="connsiteX43" fmla="*/ 6397993 w 12192000"/>
              <a:gd name="connsiteY43" fmla="*/ 3390203 h 6858000"/>
              <a:gd name="connsiteX44" fmla="*/ 6394652 w 12192000"/>
              <a:gd name="connsiteY44" fmla="*/ 3402205 h 6858000"/>
              <a:gd name="connsiteX45" fmla="*/ 6366662 w 12192000"/>
              <a:gd name="connsiteY45" fmla="*/ 3442044 h 6858000"/>
              <a:gd name="connsiteX46" fmla="*/ 6320915 w 12192000"/>
              <a:gd name="connsiteY46" fmla="*/ 3701547 h 6858000"/>
              <a:gd name="connsiteX47" fmla="*/ 6364618 w 12192000"/>
              <a:gd name="connsiteY47" fmla="*/ 3743844 h 6858000"/>
              <a:gd name="connsiteX48" fmla="*/ 6370409 w 12192000"/>
              <a:gd name="connsiteY48" fmla="*/ 3754454 h 6858000"/>
              <a:gd name="connsiteX49" fmla="*/ 6373773 w 12192000"/>
              <a:gd name="connsiteY49" fmla="*/ 3768237 h 6858000"/>
              <a:gd name="connsiteX50" fmla="*/ 6375298 w 12192000"/>
              <a:gd name="connsiteY50" fmla="*/ 3796540 h 6858000"/>
              <a:gd name="connsiteX51" fmla="*/ 6253487 w 12192000"/>
              <a:gd name="connsiteY51" fmla="*/ 3856948 h 6858000"/>
              <a:gd name="connsiteX52" fmla="*/ 6385416 w 12192000"/>
              <a:gd name="connsiteY52" fmla="*/ 4014409 h 6858000"/>
              <a:gd name="connsiteX53" fmla="*/ 6374795 w 12192000"/>
              <a:gd name="connsiteY53" fmla="*/ 4038554 h 6858000"/>
              <a:gd name="connsiteX54" fmla="*/ 6351015 w 12192000"/>
              <a:gd name="connsiteY54" fmla="*/ 4150489 h 6858000"/>
              <a:gd name="connsiteX55" fmla="*/ 6340821 w 12192000"/>
              <a:gd name="connsiteY55" fmla="*/ 4212706 h 6858000"/>
              <a:gd name="connsiteX56" fmla="*/ 12191999 w 12192000"/>
              <a:gd name="connsiteY56" fmla="*/ 4212706 h 6858000"/>
              <a:gd name="connsiteX57" fmla="*/ 12191999 w 12192000"/>
              <a:gd name="connsiteY57" fmla="*/ 0 h 6858000"/>
              <a:gd name="connsiteX58" fmla="*/ 12192000 w 12192000"/>
              <a:gd name="connsiteY58" fmla="*/ 0 h 6858000"/>
              <a:gd name="connsiteX59" fmla="*/ 12192000 w 12192000"/>
              <a:gd name="connsiteY59" fmla="*/ 6858000 h 6858000"/>
              <a:gd name="connsiteX60" fmla="*/ 12191999 w 12192000"/>
              <a:gd name="connsiteY60" fmla="*/ 6858000 h 6858000"/>
              <a:gd name="connsiteX61" fmla="*/ 12191999 w 12192000"/>
              <a:gd name="connsiteY61" fmla="*/ 4323902 h 6858000"/>
              <a:gd name="connsiteX62" fmla="*/ 9307672 w 12192000"/>
              <a:gd name="connsiteY62" fmla="*/ 4323902 h 6858000"/>
              <a:gd name="connsiteX63" fmla="*/ 9307672 w 12192000"/>
              <a:gd name="connsiteY63" fmla="*/ 6858000 h 6858000"/>
              <a:gd name="connsiteX64" fmla="*/ 0 w 12192000"/>
              <a:gd name="connsiteY6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</a:cxnLst>
            <a:rect l="l" t="t" r="r" b="b"/>
            <a:pathLst>
              <a:path w="12192000" h="6858000">
                <a:moveTo>
                  <a:pt x="6315529" y="4323896"/>
                </a:moveTo>
                <a:lnTo>
                  <a:pt x="6295588" y="4367579"/>
                </a:lnTo>
                <a:cubicBezTo>
                  <a:pt x="6278024" y="4397022"/>
                  <a:pt x="6253813" y="4421099"/>
                  <a:pt x="6219229" y="4436818"/>
                </a:cubicBezTo>
                <a:cubicBezTo>
                  <a:pt x="6148079" y="4469666"/>
                  <a:pt x="6116436" y="4572066"/>
                  <a:pt x="6065687" y="4637204"/>
                </a:cubicBezTo>
                <a:cubicBezTo>
                  <a:pt x="5888713" y="4862696"/>
                  <a:pt x="5773979" y="5125824"/>
                  <a:pt x="5727387" y="5460076"/>
                </a:cubicBezTo>
                <a:cubicBezTo>
                  <a:pt x="5714326" y="5552523"/>
                  <a:pt x="5656974" y="5638673"/>
                  <a:pt x="5620972" y="5725836"/>
                </a:cubicBezTo>
                <a:cubicBezTo>
                  <a:pt x="5641553" y="5779043"/>
                  <a:pt x="5738619" y="5631221"/>
                  <a:pt x="5707795" y="5790089"/>
                </a:cubicBezTo>
                <a:cubicBezTo>
                  <a:pt x="5684453" y="5909876"/>
                  <a:pt x="5617437" y="5996827"/>
                  <a:pt x="5554627" y="6078873"/>
                </a:cubicBezTo>
                <a:cubicBezTo>
                  <a:pt x="5482491" y="6172498"/>
                  <a:pt x="5402203" y="6253366"/>
                  <a:pt x="5373489" y="6402408"/>
                </a:cubicBezTo>
                <a:cubicBezTo>
                  <a:pt x="5371924" y="6410357"/>
                  <a:pt x="5276557" y="6577417"/>
                  <a:pt x="5099999" y="6827527"/>
                </a:cubicBezTo>
                <a:lnTo>
                  <a:pt x="5078133" y="6857998"/>
                </a:lnTo>
                <a:lnTo>
                  <a:pt x="9179960" y="6857998"/>
                </a:lnTo>
                <a:lnTo>
                  <a:pt x="9179960" y="4323896"/>
                </a:lnTo>
                <a:close/>
                <a:moveTo>
                  <a:pt x="0" y="0"/>
                </a:moveTo>
                <a:lnTo>
                  <a:pt x="5872711" y="0"/>
                </a:lnTo>
                <a:lnTo>
                  <a:pt x="5885421" y="20207"/>
                </a:lnTo>
                <a:cubicBezTo>
                  <a:pt x="5896481" y="32882"/>
                  <a:pt x="5909484" y="42864"/>
                  <a:pt x="5925300" y="48911"/>
                </a:cubicBezTo>
                <a:cubicBezTo>
                  <a:pt x="5940498" y="54526"/>
                  <a:pt x="5945509" y="75042"/>
                  <a:pt x="5940039" y="101212"/>
                </a:cubicBezTo>
                <a:cubicBezTo>
                  <a:pt x="5921950" y="187894"/>
                  <a:pt x="5936667" y="254951"/>
                  <a:pt x="5969942" y="311282"/>
                </a:cubicBezTo>
                <a:cubicBezTo>
                  <a:pt x="5981709" y="330926"/>
                  <a:pt x="5977292" y="344422"/>
                  <a:pt x="5961238" y="357643"/>
                </a:cubicBezTo>
                <a:cubicBezTo>
                  <a:pt x="5942802" y="372223"/>
                  <a:pt x="5928461" y="393565"/>
                  <a:pt x="5917195" y="420369"/>
                </a:cubicBezTo>
                <a:cubicBezTo>
                  <a:pt x="5898701" y="463685"/>
                  <a:pt x="5889992" y="510050"/>
                  <a:pt x="5882753" y="556832"/>
                </a:cubicBezTo>
                <a:cubicBezTo>
                  <a:pt x="5871511" y="630206"/>
                  <a:pt x="5858246" y="700969"/>
                  <a:pt x="5814490" y="757416"/>
                </a:cubicBezTo>
                <a:cubicBezTo>
                  <a:pt x="5801465" y="774559"/>
                  <a:pt x="5791019" y="796511"/>
                  <a:pt x="5780064" y="817804"/>
                </a:cubicBezTo>
                <a:cubicBezTo>
                  <a:pt x="5783558" y="836359"/>
                  <a:pt x="5792196" y="849005"/>
                  <a:pt x="5808232" y="850533"/>
                </a:cubicBezTo>
                <a:cubicBezTo>
                  <a:pt x="5910296" y="860624"/>
                  <a:pt x="5905771" y="962632"/>
                  <a:pt x="5906473" y="1076571"/>
                </a:cubicBezTo>
                <a:cubicBezTo>
                  <a:pt x="5907545" y="1217584"/>
                  <a:pt x="5849973" y="1296799"/>
                  <a:pt x="5778623" y="1369280"/>
                </a:cubicBezTo>
                <a:cubicBezTo>
                  <a:pt x="5754207" y="1393852"/>
                  <a:pt x="5718605" y="1401742"/>
                  <a:pt x="5710841" y="1462628"/>
                </a:cubicBezTo>
                <a:cubicBezTo>
                  <a:pt x="5753463" y="1508141"/>
                  <a:pt x="5802053" y="1451295"/>
                  <a:pt x="5846774" y="1455933"/>
                </a:cubicBezTo>
                <a:cubicBezTo>
                  <a:pt x="5883727" y="1460129"/>
                  <a:pt x="5943609" y="1438568"/>
                  <a:pt x="5897329" y="1553073"/>
                </a:cubicBezTo>
                <a:cubicBezTo>
                  <a:pt x="5883856" y="1586627"/>
                  <a:pt x="5901366" y="1604100"/>
                  <a:pt x="5919735" y="1602736"/>
                </a:cubicBezTo>
                <a:cubicBezTo>
                  <a:pt x="6068526" y="1589022"/>
                  <a:pt x="6006837" y="1813624"/>
                  <a:pt x="6057874" y="1910648"/>
                </a:cubicBezTo>
                <a:cubicBezTo>
                  <a:pt x="6072264" y="1936644"/>
                  <a:pt x="6059978" y="1992417"/>
                  <a:pt x="6039719" y="2010547"/>
                </a:cubicBezTo>
                <a:cubicBezTo>
                  <a:pt x="5911143" y="2127229"/>
                  <a:pt x="5899692" y="2331836"/>
                  <a:pt x="5841713" y="2520599"/>
                </a:cubicBezTo>
                <a:cubicBezTo>
                  <a:pt x="5912636" y="2572423"/>
                  <a:pt x="5995799" y="2566926"/>
                  <a:pt x="6071734" y="2593468"/>
                </a:cubicBezTo>
                <a:cubicBezTo>
                  <a:pt x="6150607" y="2620843"/>
                  <a:pt x="6151703" y="2655507"/>
                  <a:pt x="6092050" y="2806646"/>
                </a:cubicBezTo>
                <a:cubicBezTo>
                  <a:pt x="6259331" y="2795420"/>
                  <a:pt x="6259331" y="2795420"/>
                  <a:pt x="6215122" y="3021197"/>
                </a:cubicBezTo>
                <a:cubicBezTo>
                  <a:pt x="6259035" y="3016573"/>
                  <a:pt x="6302431" y="3085300"/>
                  <a:pt x="6338100" y="3178087"/>
                </a:cubicBezTo>
                <a:lnTo>
                  <a:pt x="6343927" y="3194685"/>
                </a:lnTo>
                <a:lnTo>
                  <a:pt x="6343850" y="3201174"/>
                </a:lnTo>
                <a:cubicBezTo>
                  <a:pt x="6346866" y="3232770"/>
                  <a:pt x="6355995" y="3253323"/>
                  <a:pt x="6366375" y="3271251"/>
                </a:cubicBezTo>
                <a:lnTo>
                  <a:pt x="6369430" y="3276240"/>
                </a:lnTo>
                <a:lnTo>
                  <a:pt x="6392405" y="3360437"/>
                </a:lnTo>
                <a:lnTo>
                  <a:pt x="6397993" y="3390203"/>
                </a:lnTo>
                <a:lnTo>
                  <a:pt x="6394652" y="3402205"/>
                </a:lnTo>
                <a:cubicBezTo>
                  <a:pt x="6388505" y="3414621"/>
                  <a:pt x="6379344" y="3427747"/>
                  <a:pt x="6366662" y="3442044"/>
                </a:cubicBezTo>
                <a:cubicBezTo>
                  <a:pt x="6239481" y="3584662"/>
                  <a:pt x="6224938" y="3605480"/>
                  <a:pt x="6320915" y="3701547"/>
                </a:cubicBezTo>
                <a:lnTo>
                  <a:pt x="6364618" y="3743844"/>
                </a:lnTo>
                <a:lnTo>
                  <a:pt x="6370409" y="3754454"/>
                </a:lnTo>
                <a:lnTo>
                  <a:pt x="6373773" y="3768237"/>
                </a:lnTo>
                <a:cubicBezTo>
                  <a:pt x="6374277" y="3777528"/>
                  <a:pt x="6374207" y="3788146"/>
                  <a:pt x="6375298" y="3796540"/>
                </a:cubicBezTo>
                <a:cubicBezTo>
                  <a:pt x="6339717" y="3831045"/>
                  <a:pt x="6294642" y="3774365"/>
                  <a:pt x="6253487" y="3856948"/>
                </a:cubicBezTo>
                <a:lnTo>
                  <a:pt x="6385416" y="4014409"/>
                </a:lnTo>
                <a:lnTo>
                  <a:pt x="6374795" y="4038554"/>
                </a:lnTo>
                <a:cubicBezTo>
                  <a:pt x="6363579" y="4073249"/>
                  <a:pt x="6356895" y="4111559"/>
                  <a:pt x="6351015" y="4150489"/>
                </a:cubicBezTo>
                <a:lnTo>
                  <a:pt x="6340821" y="4212706"/>
                </a:lnTo>
                <a:lnTo>
                  <a:pt x="12191999" y="4212706"/>
                </a:lnTo>
                <a:lnTo>
                  <a:pt x="12191999" y="0"/>
                </a:lnTo>
                <a:lnTo>
                  <a:pt x="12192000" y="0"/>
                </a:lnTo>
                <a:lnTo>
                  <a:pt x="12192000" y="6858000"/>
                </a:lnTo>
                <a:lnTo>
                  <a:pt x="12191999" y="6858000"/>
                </a:lnTo>
                <a:lnTo>
                  <a:pt x="12191999" y="4323902"/>
                </a:lnTo>
                <a:lnTo>
                  <a:pt x="9307672" y="4323902"/>
                </a:lnTo>
                <a:lnTo>
                  <a:pt x="9307672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rtlCol="0" anchor="ctr"/>
          <a:lstStyle/>
          <a:p>
            <a:pPr defTabSz="457200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3A907B7-8257-4530-3428-C2279AEEED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4347949" cy="1210517"/>
          </a:xfrm>
        </p:spPr>
        <p:txBody>
          <a:bodyPr anchor="b">
            <a:normAutofit/>
          </a:bodyPr>
          <a:lstStyle/>
          <a:p>
            <a:r>
              <a:rPr lang="en-GB"/>
              <a:t>Precipitation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AD9540-DA8E-32C8-39CE-C8DC6B24AB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7110"/>
            <a:ext cx="4347948" cy="4308664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GB" sz="2000"/>
              <a:t>Through my analysis of the Phoenix Park dataset, I found that: </a:t>
            </a:r>
            <a:endParaRPr lang="en-US" sz="2000"/>
          </a:p>
          <a:p>
            <a:pPr marL="0" indent="0">
              <a:buNone/>
            </a:pPr>
            <a:r>
              <a:rPr lang="en-GB" sz="2000"/>
              <a:t>October, November, and December were the months with the highest amount of precipitation in Phoenix Park. </a:t>
            </a:r>
          </a:p>
          <a:p>
            <a:pPr marL="0" indent="0">
              <a:buNone/>
            </a:pPr>
            <a:r>
              <a:rPr lang="en-GB" sz="2000"/>
              <a:t>The driest months were April, May, and February.</a:t>
            </a:r>
          </a:p>
          <a:p>
            <a:pPr marL="0" indent="0">
              <a:buNone/>
            </a:pPr>
            <a:r>
              <a:rPr lang="en-GB" sz="2000"/>
              <a:t>The chances of it raining on any given day is 61.78%. </a:t>
            </a:r>
          </a:p>
          <a:p>
            <a:pPr marL="0" indent="0">
              <a:buNone/>
            </a:pPr>
            <a:endParaRPr lang="en-GB" sz="200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E37CFF2-E7BE-A08F-B266-4B15C2DC6D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7309" y="905437"/>
            <a:ext cx="4797354" cy="2518610"/>
          </a:xfrm>
          <a:prstGeom prst="rect">
            <a:avLst/>
          </a:prstGeom>
        </p:spPr>
      </p:pic>
      <p:pic>
        <p:nvPicPr>
          <p:cNvPr id="4" name="Picture 3" descr="A graph of rain in blue&#10;&#10;AI-generated content may be incorrect.">
            <a:extLst>
              <a:ext uri="{FF2B5EF4-FFF2-40B4-BE49-F238E27FC236}">
                <a16:creationId xmlns:a16="http://schemas.microsoft.com/office/drawing/2014/main" id="{AE64B81F-2A72-F884-9FC2-90DAC90DB7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95623" y="3976683"/>
            <a:ext cx="4336126" cy="2167980"/>
          </a:xfrm>
          <a:prstGeom prst="rect">
            <a:avLst/>
          </a:prstGeom>
        </p:spPr>
      </p:pic>
      <p:pic>
        <p:nvPicPr>
          <p:cNvPr id="5" name="Picture 4" descr="A pie chart with text and numbers&#10;&#10;AI-generated content may be incorrect.">
            <a:extLst>
              <a:ext uri="{FF2B5EF4-FFF2-40B4-BE49-F238E27FC236}">
                <a16:creationId xmlns:a16="http://schemas.microsoft.com/office/drawing/2014/main" id="{E2E43749-4FF7-2547-3B20-FA6944E364D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6409" y="3994476"/>
            <a:ext cx="2669627" cy="2157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45157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9" name="Rectangle 48">
            <a:extLst>
              <a:ext uri="{FF2B5EF4-FFF2-40B4-BE49-F238E27FC236}">
                <a16:creationId xmlns:a16="http://schemas.microsoft.com/office/drawing/2014/main" id="{61293230-B0F6-45B1-96D1-13D18E2429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Freeform: Shape 50">
            <a:extLst>
              <a:ext uri="{FF2B5EF4-FFF2-40B4-BE49-F238E27FC236}">
                <a16:creationId xmlns:a16="http://schemas.microsoft.com/office/drawing/2014/main" id="{627FF48C-AF46-4D52-998F-ED0BDDEEF2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7239000" cy="6858000"/>
          </a:xfrm>
          <a:custGeom>
            <a:avLst/>
            <a:gdLst>
              <a:gd name="connsiteX0" fmla="*/ 0 w 6568309"/>
              <a:gd name="connsiteY0" fmla="*/ 0 h 6858000"/>
              <a:gd name="connsiteX1" fmla="*/ 362841 w 6568309"/>
              <a:gd name="connsiteY1" fmla="*/ 0 h 6858000"/>
              <a:gd name="connsiteX2" fmla="*/ 523269 w 6568309"/>
              <a:gd name="connsiteY2" fmla="*/ 0 h 6858000"/>
              <a:gd name="connsiteX3" fmla="*/ 1343025 w 6568309"/>
              <a:gd name="connsiteY3" fmla="*/ 0 h 6858000"/>
              <a:gd name="connsiteX4" fmla="*/ 1705866 w 6568309"/>
              <a:gd name="connsiteY4" fmla="*/ 0 h 6858000"/>
              <a:gd name="connsiteX5" fmla="*/ 1866294 w 6568309"/>
              <a:gd name="connsiteY5" fmla="*/ 0 h 6858000"/>
              <a:gd name="connsiteX6" fmla="*/ 5225154 w 6568309"/>
              <a:gd name="connsiteY6" fmla="*/ 0 h 6858000"/>
              <a:gd name="connsiteX7" fmla="*/ 6568179 w 6568309"/>
              <a:gd name="connsiteY7" fmla="*/ 0 h 6858000"/>
              <a:gd name="connsiteX8" fmla="*/ 6568309 w 6568309"/>
              <a:gd name="connsiteY8" fmla="*/ 1 h 6858000"/>
              <a:gd name="connsiteX9" fmla="*/ 6562951 w 6568309"/>
              <a:gd name="connsiteY9" fmla="*/ 30700 h 6858000"/>
              <a:gd name="connsiteX10" fmla="*/ 6547446 w 6568309"/>
              <a:gd name="connsiteY10" fmla="*/ 310025 h 6858000"/>
              <a:gd name="connsiteX11" fmla="*/ 6558316 w 6568309"/>
              <a:gd name="connsiteY11" fmla="*/ 443960 h 6858000"/>
              <a:gd name="connsiteX12" fmla="*/ 6528896 w 6568309"/>
              <a:gd name="connsiteY12" fmla="*/ 642659 h 6858000"/>
              <a:gd name="connsiteX13" fmla="*/ 6523095 w 6568309"/>
              <a:gd name="connsiteY13" fmla="*/ 673307 h 6858000"/>
              <a:gd name="connsiteX14" fmla="*/ 6496169 w 6568309"/>
              <a:gd name="connsiteY14" fmla="*/ 839641 h 6858000"/>
              <a:gd name="connsiteX15" fmla="*/ 6450789 w 6568309"/>
              <a:gd name="connsiteY15" fmla="*/ 958357 h 6858000"/>
              <a:gd name="connsiteX16" fmla="*/ 6453996 w 6568309"/>
              <a:gd name="connsiteY16" fmla="*/ 963398 h 6858000"/>
              <a:gd name="connsiteX17" fmla="*/ 6419467 w 6568309"/>
              <a:gd name="connsiteY17" fmla="*/ 1117169 h 6858000"/>
              <a:gd name="connsiteX18" fmla="*/ 6417348 w 6568309"/>
              <a:gd name="connsiteY18" fmla="*/ 1144352 h 6858000"/>
              <a:gd name="connsiteX19" fmla="*/ 6418473 w 6568309"/>
              <a:gd name="connsiteY19" fmla="*/ 1164484 h 6858000"/>
              <a:gd name="connsiteX20" fmla="*/ 6406979 w 6568309"/>
              <a:gd name="connsiteY20" fmla="*/ 1213829 h 6858000"/>
              <a:gd name="connsiteX21" fmla="*/ 6381928 w 6568309"/>
              <a:gd name="connsiteY21" fmla="*/ 1294823 h 6858000"/>
              <a:gd name="connsiteX22" fmla="*/ 6377948 w 6568309"/>
              <a:gd name="connsiteY22" fmla="*/ 1312193 h 6858000"/>
              <a:gd name="connsiteX23" fmla="*/ 6379894 w 6568309"/>
              <a:gd name="connsiteY23" fmla="*/ 1327626 h 6858000"/>
              <a:gd name="connsiteX24" fmla="*/ 6385024 w 6568309"/>
              <a:gd name="connsiteY24" fmla="*/ 1331644 h 6858000"/>
              <a:gd name="connsiteX25" fmla="*/ 6383696 w 6568309"/>
              <a:gd name="connsiteY25" fmla="*/ 1341276 h 6858000"/>
              <a:gd name="connsiteX26" fmla="*/ 6384464 w 6568309"/>
              <a:gd name="connsiteY26" fmla="*/ 1343945 h 6858000"/>
              <a:gd name="connsiteX27" fmla="*/ 6387748 w 6568309"/>
              <a:gd name="connsiteY27" fmla="*/ 1359134 h 6858000"/>
              <a:gd name="connsiteX28" fmla="*/ 6364157 w 6568309"/>
              <a:gd name="connsiteY28" fmla="*/ 1427803 h 6858000"/>
              <a:gd name="connsiteX29" fmla="*/ 6335874 w 6568309"/>
              <a:gd name="connsiteY29" fmla="*/ 1540278 h 6858000"/>
              <a:gd name="connsiteX30" fmla="*/ 6331892 w 6568309"/>
              <a:gd name="connsiteY30" fmla="*/ 1547262 h 6858000"/>
              <a:gd name="connsiteX31" fmla="*/ 6332744 w 6568309"/>
              <a:gd name="connsiteY31" fmla="*/ 1577056 h 6858000"/>
              <a:gd name="connsiteX32" fmla="*/ 6333604 w 6568309"/>
              <a:gd name="connsiteY32" fmla="*/ 1595898 h 6858000"/>
              <a:gd name="connsiteX33" fmla="*/ 6324749 w 6568309"/>
              <a:gd name="connsiteY33" fmla="*/ 1703726 h 6858000"/>
              <a:gd name="connsiteX34" fmla="*/ 6329594 w 6568309"/>
              <a:gd name="connsiteY34" fmla="*/ 1809535 h 6858000"/>
              <a:gd name="connsiteX35" fmla="*/ 6329062 w 6568309"/>
              <a:gd name="connsiteY35" fmla="*/ 2018310 h 6858000"/>
              <a:gd name="connsiteX36" fmla="*/ 6321735 w 6568309"/>
              <a:gd name="connsiteY36" fmla="*/ 2071355 h 6858000"/>
              <a:gd name="connsiteX37" fmla="*/ 6322678 w 6568309"/>
              <a:gd name="connsiteY37" fmla="*/ 2141166 h 6858000"/>
              <a:gd name="connsiteX38" fmla="*/ 6321340 w 6568309"/>
              <a:gd name="connsiteY38" fmla="*/ 2154548 h 6858000"/>
              <a:gd name="connsiteX39" fmla="*/ 6316582 w 6568309"/>
              <a:gd name="connsiteY39" fmla="*/ 2158153 h 6858000"/>
              <a:gd name="connsiteX40" fmla="*/ 6311428 w 6568309"/>
              <a:gd name="connsiteY40" fmla="*/ 2178174 h 6858000"/>
              <a:gd name="connsiteX41" fmla="*/ 6310192 w 6568309"/>
              <a:gd name="connsiteY41" fmla="*/ 2202858 h 6858000"/>
              <a:gd name="connsiteX42" fmla="*/ 6309211 w 6568309"/>
              <a:gd name="connsiteY42" fmla="*/ 2320214 h 6858000"/>
              <a:gd name="connsiteX43" fmla="*/ 6300151 w 6568309"/>
              <a:gd name="connsiteY43" fmla="*/ 2417011 h 6858000"/>
              <a:gd name="connsiteX44" fmla="*/ 6295176 w 6568309"/>
              <a:gd name="connsiteY44" fmla="*/ 2454207 h 6858000"/>
              <a:gd name="connsiteX45" fmla="*/ 6293727 w 6568309"/>
              <a:gd name="connsiteY45" fmla="*/ 2487203 h 6858000"/>
              <a:gd name="connsiteX46" fmla="*/ 6285477 w 6568309"/>
              <a:gd name="connsiteY46" fmla="*/ 2512282 h 6858000"/>
              <a:gd name="connsiteX47" fmla="*/ 6286205 w 6568309"/>
              <a:gd name="connsiteY47" fmla="*/ 2514318 h 6858000"/>
              <a:gd name="connsiteX48" fmla="*/ 6304629 w 6568309"/>
              <a:gd name="connsiteY48" fmla="*/ 2574334 h 6858000"/>
              <a:gd name="connsiteX49" fmla="*/ 6303842 w 6568309"/>
              <a:gd name="connsiteY49" fmla="*/ 2579877 h 6858000"/>
              <a:gd name="connsiteX50" fmla="*/ 6303953 w 6568309"/>
              <a:gd name="connsiteY50" fmla="*/ 2608928 h 6858000"/>
              <a:gd name="connsiteX51" fmla="*/ 6303530 w 6568309"/>
              <a:gd name="connsiteY51" fmla="*/ 2613111 h 6858000"/>
              <a:gd name="connsiteX52" fmla="*/ 6297474 w 6568309"/>
              <a:gd name="connsiteY52" fmla="*/ 2621996 h 6858000"/>
              <a:gd name="connsiteX53" fmla="*/ 6299263 w 6568309"/>
              <a:gd name="connsiteY53" fmla="*/ 2634265 h 6858000"/>
              <a:gd name="connsiteX54" fmla="*/ 6293065 w 6568309"/>
              <a:gd name="connsiteY54" fmla="*/ 2647237 h 6858000"/>
              <a:gd name="connsiteX55" fmla="*/ 6297496 w 6568309"/>
              <a:gd name="connsiteY55" fmla="*/ 2650786 h 6858000"/>
              <a:gd name="connsiteX56" fmla="*/ 6301708 w 6568309"/>
              <a:gd name="connsiteY56" fmla="*/ 2661993 h 6858000"/>
              <a:gd name="connsiteX57" fmla="*/ 6295884 w 6568309"/>
              <a:gd name="connsiteY57" fmla="*/ 2670949 h 6858000"/>
              <a:gd name="connsiteX58" fmla="*/ 6291714 w 6568309"/>
              <a:gd name="connsiteY58" fmla="*/ 2690255 h 6858000"/>
              <a:gd name="connsiteX59" fmla="*/ 6292327 w 6568309"/>
              <a:gd name="connsiteY59" fmla="*/ 2695683 h 6858000"/>
              <a:gd name="connsiteX60" fmla="*/ 6284410 w 6568309"/>
              <a:gd name="connsiteY60" fmla="*/ 2713964 h 6858000"/>
              <a:gd name="connsiteX61" fmla="*/ 6280410 w 6568309"/>
              <a:gd name="connsiteY61" fmla="*/ 2730175 h 6858000"/>
              <a:gd name="connsiteX62" fmla="*/ 6288082 w 6568309"/>
              <a:gd name="connsiteY62" fmla="*/ 2763497 h 6858000"/>
              <a:gd name="connsiteX63" fmla="*/ 6260924 w 6568309"/>
              <a:gd name="connsiteY63" fmla="*/ 3051539 h 6858000"/>
              <a:gd name="connsiteX64" fmla="*/ 6210151 w 6568309"/>
              <a:gd name="connsiteY64" fmla="*/ 3335396 h 6858000"/>
              <a:gd name="connsiteX65" fmla="*/ 6212034 w 6568309"/>
              <a:gd name="connsiteY65" fmla="*/ 3456509 h 6858000"/>
              <a:gd name="connsiteX66" fmla="*/ 6197490 w 6568309"/>
              <a:gd name="connsiteY66" fmla="*/ 3531827 h 6858000"/>
              <a:gd name="connsiteX67" fmla="*/ 6208018 w 6568309"/>
              <a:gd name="connsiteY67" fmla="*/ 3570877 h 6858000"/>
              <a:gd name="connsiteX68" fmla="*/ 6205920 w 6568309"/>
              <a:gd name="connsiteY68" fmla="*/ 3583849 h 6858000"/>
              <a:gd name="connsiteX69" fmla="*/ 6199616 w 6568309"/>
              <a:gd name="connsiteY69" fmla="*/ 3592763 h 6858000"/>
              <a:gd name="connsiteX70" fmla="*/ 6181288 w 6568309"/>
              <a:gd name="connsiteY70" fmla="*/ 3653485 h 6858000"/>
              <a:gd name="connsiteX71" fmla="*/ 6175963 w 6568309"/>
              <a:gd name="connsiteY71" fmla="*/ 3670528 h 6858000"/>
              <a:gd name="connsiteX72" fmla="*/ 6176722 w 6568309"/>
              <a:gd name="connsiteY72" fmla="*/ 3685990 h 6858000"/>
              <a:gd name="connsiteX73" fmla="*/ 6181549 w 6568309"/>
              <a:gd name="connsiteY73" fmla="*/ 3690283 h 6858000"/>
              <a:gd name="connsiteX74" fmla="*/ 6179476 w 6568309"/>
              <a:gd name="connsiteY74" fmla="*/ 3699787 h 6858000"/>
              <a:gd name="connsiteX75" fmla="*/ 6180040 w 6568309"/>
              <a:gd name="connsiteY75" fmla="*/ 3702486 h 6858000"/>
              <a:gd name="connsiteX76" fmla="*/ 6182155 w 6568309"/>
              <a:gd name="connsiteY76" fmla="*/ 3717784 h 6858000"/>
              <a:gd name="connsiteX77" fmla="*/ 6158980 w 6568309"/>
              <a:gd name="connsiteY77" fmla="*/ 3746229 h 6858000"/>
              <a:gd name="connsiteX78" fmla="*/ 6096049 w 6568309"/>
              <a:gd name="connsiteY78" fmla="*/ 3924910 h 6858000"/>
              <a:gd name="connsiteX79" fmla="*/ 6069712 w 6568309"/>
              <a:gd name="connsiteY79" fmla="*/ 3989353 h 6858000"/>
              <a:gd name="connsiteX80" fmla="*/ 6067330 w 6568309"/>
              <a:gd name="connsiteY80" fmla="*/ 4033899 h 6858000"/>
              <a:gd name="connsiteX81" fmla="*/ 6061081 w 6568309"/>
              <a:gd name="connsiteY81" fmla="*/ 4142250 h 6858000"/>
              <a:gd name="connsiteX82" fmla="*/ 6042858 w 6568309"/>
              <a:gd name="connsiteY82" fmla="*/ 4329442 h 6858000"/>
              <a:gd name="connsiteX83" fmla="*/ 6034182 w 6568309"/>
              <a:gd name="connsiteY83" fmla="*/ 4456184 h 6858000"/>
              <a:gd name="connsiteX84" fmla="*/ 6029178 w 6568309"/>
              <a:gd name="connsiteY84" fmla="*/ 4468478 h 6858000"/>
              <a:gd name="connsiteX85" fmla="*/ 6029974 w 6568309"/>
              <a:gd name="connsiteY85" fmla="*/ 4469862 h 6858000"/>
              <a:gd name="connsiteX86" fmla="*/ 6028340 w 6568309"/>
              <a:gd name="connsiteY86" fmla="*/ 4483797 h 6858000"/>
              <a:gd name="connsiteX87" fmla="*/ 6025168 w 6568309"/>
              <a:gd name="connsiteY87" fmla="*/ 4487091 h 6858000"/>
              <a:gd name="connsiteX88" fmla="*/ 6023164 w 6568309"/>
              <a:gd name="connsiteY88" fmla="*/ 4496728 h 6858000"/>
              <a:gd name="connsiteX89" fmla="*/ 6016839 w 6568309"/>
              <a:gd name="connsiteY89" fmla="*/ 4515918 h 6858000"/>
              <a:gd name="connsiteX90" fmla="*/ 6017886 w 6568309"/>
              <a:gd name="connsiteY90" fmla="*/ 4519316 h 6858000"/>
              <a:gd name="connsiteX91" fmla="*/ 6011819 w 6568309"/>
              <a:gd name="connsiteY91" fmla="*/ 4547957 h 6858000"/>
              <a:gd name="connsiteX92" fmla="*/ 6012791 w 6568309"/>
              <a:gd name="connsiteY92" fmla="*/ 4548262 h 6858000"/>
              <a:gd name="connsiteX93" fmla="*/ 6015703 w 6568309"/>
              <a:gd name="connsiteY93" fmla="*/ 4555939 h 6858000"/>
              <a:gd name="connsiteX94" fmla="*/ 6018854 w 6568309"/>
              <a:gd name="connsiteY94" fmla="*/ 4570815 h 6858000"/>
              <a:gd name="connsiteX95" fmla="*/ 6033000 w 6568309"/>
              <a:gd name="connsiteY95" fmla="*/ 4633846 h 6858000"/>
              <a:gd name="connsiteX96" fmla="*/ 6032325 w 6568309"/>
              <a:gd name="connsiteY96" fmla="*/ 4639816 h 6858000"/>
              <a:gd name="connsiteX97" fmla="*/ 6032549 w 6568309"/>
              <a:gd name="connsiteY97" fmla="*/ 4639923 h 6858000"/>
              <a:gd name="connsiteX98" fmla="*/ 6032309 w 6568309"/>
              <a:gd name="connsiteY98" fmla="*/ 4646192 h 6858000"/>
              <a:gd name="connsiteX99" fmla="*/ 6031095 w 6568309"/>
              <a:gd name="connsiteY99" fmla="*/ 4650706 h 6858000"/>
              <a:gd name="connsiteX100" fmla="*/ 6029786 w 6568309"/>
              <a:gd name="connsiteY100" fmla="*/ 4662290 h 6858000"/>
              <a:gd name="connsiteX101" fmla="*/ 6030911 w 6568309"/>
              <a:gd name="connsiteY101" fmla="*/ 4666180 h 6858000"/>
              <a:gd name="connsiteX102" fmla="*/ 6033630 w 6568309"/>
              <a:gd name="connsiteY102" fmla="*/ 4667585 h 6858000"/>
              <a:gd name="connsiteX103" fmla="*/ 6033189 w 6568309"/>
              <a:gd name="connsiteY103" fmla="*/ 4668660 h 6858000"/>
              <a:gd name="connsiteX104" fmla="*/ 6038764 w 6568309"/>
              <a:gd name="connsiteY104" fmla="*/ 4689807 h 6858000"/>
              <a:gd name="connsiteX105" fmla="*/ 6042217 w 6568309"/>
              <a:gd name="connsiteY105" fmla="*/ 4737890 h 6858000"/>
              <a:gd name="connsiteX106" fmla="*/ 6040543 w 6568309"/>
              <a:gd name="connsiteY106" fmla="*/ 4765657 h 6858000"/>
              <a:gd name="connsiteX107" fmla="*/ 6039956 w 6568309"/>
              <a:gd name="connsiteY107" fmla="*/ 4841463 h 6858000"/>
              <a:gd name="connsiteX108" fmla="*/ 6057123 w 6568309"/>
              <a:gd name="connsiteY108" fmla="*/ 4969863 h 6858000"/>
              <a:gd name="connsiteX109" fmla="*/ 6055039 w 6568309"/>
              <a:gd name="connsiteY109" fmla="*/ 4974028 h 6858000"/>
              <a:gd name="connsiteX110" fmla="*/ 6053462 w 6568309"/>
              <a:gd name="connsiteY110" fmla="*/ 4980318 h 6858000"/>
              <a:gd name="connsiteX111" fmla="*/ 6053643 w 6568309"/>
              <a:gd name="connsiteY111" fmla="*/ 4980501 h 6858000"/>
              <a:gd name="connsiteX112" fmla="*/ 6051733 w 6568309"/>
              <a:gd name="connsiteY112" fmla="*/ 4986338 h 6858000"/>
              <a:gd name="connsiteX113" fmla="*/ 6049602 w 6568309"/>
              <a:gd name="connsiteY113" fmla="*/ 4991296 h 6858000"/>
              <a:gd name="connsiteX114" fmla="*/ 6075165 w 6568309"/>
              <a:gd name="connsiteY114" fmla="*/ 5076895 h 6858000"/>
              <a:gd name="connsiteX115" fmla="*/ 6073751 w 6568309"/>
              <a:gd name="connsiteY115" fmla="*/ 5081568 h 6858000"/>
              <a:gd name="connsiteX116" fmla="*/ 6073150 w 6568309"/>
              <a:gd name="connsiteY116" fmla="*/ 5088173 h 6858000"/>
              <a:gd name="connsiteX117" fmla="*/ 6073355 w 6568309"/>
              <a:gd name="connsiteY117" fmla="*/ 5088300 h 6858000"/>
              <a:gd name="connsiteX118" fmla="*/ 6072362 w 6568309"/>
              <a:gd name="connsiteY118" fmla="*/ 5094558 h 6858000"/>
              <a:gd name="connsiteX119" fmla="*/ 6064726 w 6568309"/>
              <a:gd name="connsiteY119" fmla="*/ 5125620 h 6858000"/>
              <a:gd name="connsiteX120" fmla="*/ 6065415 w 6568309"/>
              <a:gd name="connsiteY120" fmla="*/ 5268004 h 6858000"/>
              <a:gd name="connsiteX121" fmla="*/ 6066081 w 6568309"/>
              <a:gd name="connsiteY121" fmla="*/ 5269530 h 6858000"/>
              <a:gd name="connsiteX122" fmla="*/ 6043407 w 6568309"/>
              <a:gd name="connsiteY122" fmla="*/ 5390941 h 6858000"/>
              <a:gd name="connsiteX123" fmla="*/ 6025377 w 6568309"/>
              <a:gd name="connsiteY123" fmla="*/ 5539927 h 6858000"/>
              <a:gd name="connsiteX124" fmla="*/ 6010052 w 6568309"/>
              <a:gd name="connsiteY124" fmla="*/ 5791594 h 6858000"/>
              <a:gd name="connsiteX125" fmla="*/ 5994220 w 6568309"/>
              <a:gd name="connsiteY125" fmla="*/ 5855206 h 6858000"/>
              <a:gd name="connsiteX126" fmla="*/ 5982580 w 6568309"/>
              <a:gd name="connsiteY126" fmla="*/ 5873582 h 6858000"/>
              <a:gd name="connsiteX127" fmla="*/ 5983608 w 6568309"/>
              <a:gd name="connsiteY127" fmla="*/ 5876037 h 6858000"/>
              <a:gd name="connsiteX128" fmla="*/ 5983535 w 6568309"/>
              <a:gd name="connsiteY128" fmla="*/ 5886534 h 6858000"/>
              <a:gd name="connsiteX129" fmla="*/ 5988737 w 6568309"/>
              <a:gd name="connsiteY129" fmla="*/ 5888644 h 6858000"/>
              <a:gd name="connsiteX130" fmla="*/ 5992371 w 6568309"/>
              <a:gd name="connsiteY130" fmla="*/ 5903832 h 6858000"/>
              <a:gd name="connsiteX131" fmla="*/ 5990780 w 6568309"/>
              <a:gd name="connsiteY131" fmla="*/ 5923391 h 6858000"/>
              <a:gd name="connsiteX132" fmla="*/ 5993870 w 6568309"/>
              <a:gd name="connsiteY132" fmla="*/ 6013205 h 6858000"/>
              <a:gd name="connsiteX133" fmla="*/ 5997673 w 6568309"/>
              <a:gd name="connsiteY133" fmla="*/ 6074018 h 6858000"/>
              <a:gd name="connsiteX134" fmla="*/ 6014840 w 6568309"/>
              <a:gd name="connsiteY134" fmla="*/ 6130837 h 6858000"/>
              <a:gd name="connsiteX135" fmla="*/ 6010704 w 6568309"/>
              <a:gd name="connsiteY135" fmla="*/ 6152982 h 6858000"/>
              <a:gd name="connsiteX136" fmla="*/ 6038294 w 6568309"/>
              <a:gd name="connsiteY136" fmla="*/ 6221100 h 6858000"/>
              <a:gd name="connsiteX137" fmla="*/ 6052331 w 6568309"/>
              <a:gd name="connsiteY137" fmla="*/ 6287550 h 6858000"/>
              <a:gd name="connsiteX138" fmla="*/ 6074143 w 6568309"/>
              <a:gd name="connsiteY138" fmla="*/ 6401595 h 6858000"/>
              <a:gd name="connsiteX139" fmla="*/ 6060199 w 6568309"/>
              <a:gd name="connsiteY139" fmla="*/ 6487110 h 6858000"/>
              <a:gd name="connsiteX140" fmla="*/ 6081156 w 6568309"/>
              <a:gd name="connsiteY140" fmla="*/ 6588589 h 6858000"/>
              <a:gd name="connsiteX141" fmla="*/ 6114944 w 6568309"/>
              <a:gd name="connsiteY141" fmla="*/ 6769963 h 6858000"/>
              <a:gd name="connsiteX142" fmla="*/ 6128950 w 6568309"/>
              <a:gd name="connsiteY142" fmla="*/ 6835814 h 6858000"/>
              <a:gd name="connsiteX143" fmla="*/ 6132536 w 6568309"/>
              <a:gd name="connsiteY143" fmla="*/ 6858000 h 6858000"/>
              <a:gd name="connsiteX144" fmla="*/ 4789511 w 6568309"/>
              <a:gd name="connsiteY144" fmla="*/ 6858000 h 6858000"/>
              <a:gd name="connsiteX145" fmla="*/ 1866294 w 6568309"/>
              <a:gd name="connsiteY145" fmla="*/ 6858000 h 6858000"/>
              <a:gd name="connsiteX146" fmla="*/ 1705866 w 6568309"/>
              <a:gd name="connsiteY146" fmla="*/ 6858000 h 6858000"/>
              <a:gd name="connsiteX147" fmla="*/ 1343025 w 6568309"/>
              <a:gd name="connsiteY147" fmla="*/ 6858000 h 6858000"/>
              <a:gd name="connsiteX148" fmla="*/ 523269 w 6568309"/>
              <a:gd name="connsiteY148" fmla="*/ 6858000 h 6858000"/>
              <a:gd name="connsiteX149" fmla="*/ 362841 w 6568309"/>
              <a:gd name="connsiteY149" fmla="*/ 6858000 h 6858000"/>
              <a:gd name="connsiteX150" fmla="*/ 0 w 6568309"/>
              <a:gd name="connsiteY150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</a:cxnLst>
            <a:rect l="l" t="t" r="r" b="b"/>
            <a:pathLst>
              <a:path w="6568309" h="6858000">
                <a:moveTo>
                  <a:pt x="0" y="0"/>
                </a:moveTo>
                <a:lnTo>
                  <a:pt x="362841" y="0"/>
                </a:lnTo>
                <a:lnTo>
                  <a:pt x="523269" y="0"/>
                </a:lnTo>
                <a:lnTo>
                  <a:pt x="1343025" y="0"/>
                </a:lnTo>
                <a:lnTo>
                  <a:pt x="1705866" y="0"/>
                </a:lnTo>
                <a:lnTo>
                  <a:pt x="1866294" y="0"/>
                </a:lnTo>
                <a:lnTo>
                  <a:pt x="5225154" y="0"/>
                </a:lnTo>
                <a:lnTo>
                  <a:pt x="6568179" y="0"/>
                </a:lnTo>
                <a:lnTo>
                  <a:pt x="6568309" y="1"/>
                </a:lnTo>
                <a:lnTo>
                  <a:pt x="6562951" y="30700"/>
                </a:lnTo>
                <a:cubicBezTo>
                  <a:pt x="6559126" y="84364"/>
                  <a:pt x="6548218" y="241149"/>
                  <a:pt x="6547446" y="310025"/>
                </a:cubicBezTo>
                <a:cubicBezTo>
                  <a:pt x="6550151" y="367544"/>
                  <a:pt x="6557712" y="408251"/>
                  <a:pt x="6558316" y="443960"/>
                </a:cubicBezTo>
                <a:cubicBezTo>
                  <a:pt x="6555224" y="499397"/>
                  <a:pt x="6534767" y="604434"/>
                  <a:pt x="6528896" y="642659"/>
                </a:cubicBezTo>
                <a:cubicBezTo>
                  <a:pt x="6535204" y="657287"/>
                  <a:pt x="6515365" y="658191"/>
                  <a:pt x="6523095" y="673307"/>
                </a:cubicBezTo>
                <a:cubicBezTo>
                  <a:pt x="6523388" y="693769"/>
                  <a:pt x="6506868" y="797295"/>
                  <a:pt x="6496169" y="839641"/>
                </a:cubicBezTo>
                <a:cubicBezTo>
                  <a:pt x="6484119" y="887148"/>
                  <a:pt x="6457817" y="937731"/>
                  <a:pt x="6450789" y="958357"/>
                </a:cubicBezTo>
                <a:cubicBezTo>
                  <a:pt x="6443760" y="978983"/>
                  <a:pt x="6459217" y="936930"/>
                  <a:pt x="6453996" y="963398"/>
                </a:cubicBezTo>
                <a:cubicBezTo>
                  <a:pt x="6448777" y="989867"/>
                  <a:pt x="6425575" y="1087010"/>
                  <a:pt x="6419467" y="1117169"/>
                </a:cubicBezTo>
                <a:cubicBezTo>
                  <a:pt x="6431540" y="1118586"/>
                  <a:pt x="6409651" y="1135372"/>
                  <a:pt x="6417348" y="1144352"/>
                </a:cubicBezTo>
                <a:cubicBezTo>
                  <a:pt x="6424109" y="1150681"/>
                  <a:pt x="6419047" y="1157251"/>
                  <a:pt x="6418473" y="1164484"/>
                </a:cubicBezTo>
                <a:cubicBezTo>
                  <a:pt x="6423767" y="1173524"/>
                  <a:pt x="6413947" y="1205209"/>
                  <a:pt x="6406979" y="1213829"/>
                </a:cubicBezTo>
                <a:cubicBezTo>
                  <a:pt x="6382818" y="1235037"/>
                  <a:pt x="6400452" y="1277327"/>
                  <a:pt x="6381928" y="1294823"/>
                </a:cubicBezTo>
                <a:cubicBezTo>
                  <a:pt x="6379195" y="1300845"/>
                  <a:pt x="6378069" y="1306615"/>
                  <a:pt x="6377948" y="1312193"/>
                </a:cubicBezTo>
                <a:lnTo>
                  <a:pt x="6379894" y="1327626"/>
                </a:lnTo>
                <a:lnTo>
                  <a:pt x="6385024" y="1331644"/>
                </a:lnTo>
                <a:lnTo>
                  <a:pt x="6383696" y="1341276"/>
                </a:lnTo>
                <a:cubicBezTo>
                  <a:pt x="6383952" y="1342166"/>
                  <a:pt x="6384208" y="1343055"/>
                  <a:pt x="6384464" y="1343945"/>
                </a:cubicBezTo>
                <a:cubicBezTo>
                  <a:pt x="6385957" y="1349040"/>
                  <a:pt x="6387253" y="1354080"/>
                  <a:pt x="6387748" y="1359134"/>
                </a:cubicBezTo>
                <a:cubicBezTo>
                  <a:pt x="6384363" y="1373109"/>
                  <a:pt x="6372802" y="1397612"/>
                  <a:pt x="6364157" y="1427803"/>
                </a:cubicBezTo>
                <a:cubicBezTo>
                  <a:pt x="6348141" y="1460349"/>
                  <a:pt x="6348362" y="1505076"/>
                  <a:pt x="6335874" y="1540278"/>
                </a:cubicBezTo>
                <a:lnTo>
                  <a:pt x="6331892" y="1547262"/>
                </a:lnTo>
                <a:lnTo>
                  <a:pt x="6332744" y="1577056"/>
                </a:lnTo>
                <a:cubicBezTo>
                  <a:pt x="6335859" y="1582205"/>
                  <a:pt x="6336674" y="1589568"/>
                  <a:pt x="6333604" y="1595898"/>
                </a:cubicBezTo>
                <a:lnTo>
                  <a:pt x="6324749" y="1703726"/>
                </a:lnTo>
                <a:cubicBezTo>
                  <a:pt x="6324080" y="1739332"/>
                  <a:pt x="6318019" y="1754453"/>
                  <a:pt x="6329594" y="1809535"/>
                </a:cubicBezTo>
                <a:cubicBezTo>
                  <a:pt x="6344930" y="1868036"/>
                  <a:pt x="6323725" y="1952670"/>
                  <a:pt x="6329062" y="2018310"/>
                </a:cubicBezTo>
                <a:cubicBezTo>
                  <a:pt x="6308075" y="2053162"/>
                  <a:pt x="6326925" y="2034561"/>
                  <a:pt x="6321735" y="2071355"/>
                </a:cubicBezTo>
                <a:lnTo>
                  <a:pt x="6322678" y="2141166"/>
                </a:lnTo>
                <a:lnTo>
                  <a:pt x="6321340" y="2154548"/>
                </a:lnTo>
                <a:lnTo>
                  <a:pt x="6316582" y="2158153"/>
                </a:lnTo>
                <a:lnTo>
                  <a:pt x="6311428" y="2178174"/>
                </a:lnTo>
                <a:cubicBezTo>
                  <a:pt x="6310177" y="2185696"/>
                  <a:pt x="6309622" y="2193828"/>
                  <a:pt x="6310192" y="2202858"/>
                </a:cubicBezTo>
                <a:cubicBezTo>
                  <a:pt x="6319667" y="2232772"/>
                  <a:pt x="6296459" y="2283357"/>
                  <a:pt x="6309211" y="2320214"/>
                </a:cubicBezTo>
                <a:cubicBezTo>
                  <a:pt x="6307537" y="2355906"/>
                  <a:pt x="6302490" y="2394678"/>
                  <a:pt x="6300151" y="2417011"/>
                </a:cubicBezTo>
                <a:cubicBezTo>
                  <a:pt x="6292303" y="2426377"/>
                  <a:pt x="6304439" y="2456509"/>
                  <a:pt x="6295176" y="2454207"/>
                </a:cubicBezTo>
                <a:cubicBezTo>
                  <a:pt x="6299335" y="2464947"/>
                  <a:pt x="6297305" y="2476105"/>
                  <a:pt x="6293727" y="2487203"/>
                </a:cubicBezTo>
                <a:lnTo>
                  <a:pt x="6285477" y="2512282"/>
                </a:lnTo>
                <a:cubicBezTo>
                  <a:pt x="6285720" y="2512961"/>
                  <a:pt x="6285962" y="2513640"/>
                  <a:pt x="6286205" y="2514318"/>
                </a:cubicBezTo>
                <a:cubicBezTo>
                  <a:pt x="6292347" y="2534324"/>
                  <a:pt x="6298487" y="2554328"/>
                  <a:pt x="6304629" y="2574334"/>
                </a:cubicBezTo>
                <a:lnTo>
                  <a:pt x="6303842" y="2579877"/>
                </a:lnTo>
                <a:cubicBezTo>
                  <a:pt x="6303729" y="2585644"/>
                  <a:pt x="6304006" y="2603388"/>
                  <a:pt x="6303953" y="2608928"/>
                </a:cubicBezTo>
                <a:lnTo>
                  <a:pt x="6303530" y="2613111"/>
                </a:lnTo>
                <a:lnTo>
                  <a:pt x="6297474" y="2621996"/>
                </a:lnTo>
                <a:lnTo>
                  <a:pt x="6299263" y="2634265"/>
                </a:lnTo>
                <a:lnTo>
                  <a:pt x="6293065" y="2647237"/>
                </a:lnTo>
                <a:cubicBezTo>
                  <a:pt x="6294685" y="2648158"/>
                  <a:pt x="6296180" y="2649356"/>
                  <a:pt x="6297496" y="2650786"/>
                </a:cubicBezTo>
                <a:lnTo>
                  <a:pt x="6301708" y="2661993"/>
                </a:lnTo>
                <a:lnTo>
                  <a:pt x="6295884" y="2670949"/>
                </a:lnTo>
                <a:cubicBezTo>
                  <a:pt x="6304913" y="2672007"/>
                  <a:pt x="6294429" y="2681695"/>
                  <a:pt x="6291714" y="2690255"/>
                </a:cubicBezTo>
                <a:lnTo>
                  <a:pt x="6292327" y="2695683"/>
                </a:lnTo>
                <a:lnTo>
                  <a:pt x="6284410" y="2713964"/>
                </a:lnTo>
                <a:lnTo>
                  <a:pt x="6280410" y="2730175"/>
                </a:lnTo>
                <a:lnTo>
                  <a:pt x="6288082" y="2763497"/>
                </a:lnTo>
                <a:lnTo>
                  <a:pt x="6260924" y="3051539"/>
                </a:lnTo>
                <a:cubicBezTo>
                  <a:pt x="6251455" y="3165645"/>
                  <a:pt x="6222174" y="3216611"/>
                  <a:pt x="6210151" y="3335396"/>
                </a:cubicBezTo>
                <a:lnTo>
                  <a:pt x="6212034" y="3456509"/>
                </a:lnTo>
                <a:lnTo>
                  <a:pt x="6197490" y="3531827"/>
                </a:lnTo>
                <a:lnTo>
                  <a:pt x="6208018" y="3570877"/>
                </a:lnTo>
                <a:lnTo>
                  <a:pt x="6205920" y="3583849"/>
                </a:lnTo>
                <a:lnTo>
                  <a:pt x="6199616" y="3592763"/>
                </a:lnTo>
                <a:cubicBezTo>
                  <a:pt x="6191839" y="3613948"/>
                  <a:pt x="6196204" y="3641245"/>
                  <a:pt x="6181288" y="3653485"/>
                </a:cubicBezTo>
                <a:cubicBezTo>
                  <a:pt x="6178087" y="3659316"/>
                  <a:pt x="6176516" y="3664985"/>
                  <a:pt x="6175963" y="3670528"/>
                </a:cubicBezTo>
                <a:lnTo>
                  <a:pt x="6176722" y="3685990"/>
                </a:lnTo>
                <a:lnTo>
                  <a:pt x="6181549" y="3690283"/>
                </a:lnTo>
                <a:lnTo>
                  <a:pt x="6179476" y="3699787"/>
                </a:lnTo>
                <a:cubicBezTo>
                  <a:pt x="6179664" y="3700686"/>
                  <a:pt x="6179852" y="3701586"/>
                  <a:pt x="6180040" y="3702486"/>
                </a:cubicBezTo>
                <a:cubicBezTo>
                  <a:pt x="6181140" y="3707637"/>
                  <a:pt x="6182047" y="3712728"/>
                  <a:pt x="6182155" y="3717784"/>
                </a:cubicBezTo>
                <a:cubicBezTo>
                  <a:pt x="6156678" y="3711701"/>
                  <a:pt x="6178864" y="3759789"/>
                  <a:pt x="6158980" y="3746229"/>
                </a:cubicBezTo>
                <a:cubicBezTo>
                  <a:pt x="6144630" y="3780750"/>
                  <a:pt x="6117520" y="3867558"/>
                  <a:pt x="6096049" y="3924910"/>
                </a:cubicBezTo>
                <a:lnTo>
                  <a:pt x="6069712" y="3989353"/>
                </a:lnTo>
                <a:lnTo>
                  <a:pt x="6067330" y="4033899"/>
                </a:lnTo>
                <a:cubicBezTo>
                  <a:pt x="6065506" y="4070470"/>
                  <a:pt x="6063599" y="4110146"/>
                  <a:pt x="6061081" y="4142250"/>
                </a:cubicBezTo>
                <a:cubicBezTo>
                  <a:pt x="6055260" y="4200007"/>
                  <a:pt x="6045907" y="4278998"/>
                  <a:pt x="6042858" y="4329442"/>
                </a:cubicBezTo>
                <a:cubicBezTo>
                  <a:pt x="6038376" y="4381764"/>
                  <a:pt x="6036461" y="4433012"/>
                  <a:pt x="6034182" y="4456184"/>
                </a:cubicBezTo>
                <a:lnTo>
                  <a:pt x="6029178" y="4468478"/>
                </a:lnTo>
                <a:lnTo>
                  <a:pt x="6029974" y="4469862"/>
                </a:lnTo>
                <a:cubicBezTo>
                  <a:pt x="6031287" y="4476321"/>
                  <a:pt x="6030316" y="4480555"/>
                  <a:pt x="6028340" y="4483797"/>
                </a:cubicBezTo>
                <a:lnTo>
                  <a:pt x="6025168" y="4487091"/>
                </a:lnTo>
                <a:lnTo>
                  <a:pt x="6023164" y="4496728"/>
                </a:lnTo>
                <a:lnTo>
                  <a:pt x="6016839" y="4515918"/>
                </a:lnTo>
                <a:cubicBezTo>
                  <a:pt x="6017189" y="4517049"/>
                  <a:pt x="6017537" y="4518182"/>
                  <a:pt x="6017886" y="4519316"/>
                </a:cubicBezTo>
                <a:lnTo>
                  <a:pt x="6011819" y="4547957"/>
                </a:lnTo>
                <a:lnTo>
                  <a:pt x="6012791" y="4548262"/>
                </a:lnTo>
                <a:cubicBezTo>
                  <a:pt x="6014837" y="4549595"/>
                  <a:pt x="6016087" y="4551811"/>
                  <a:pt x="6015703" y="4555939"/>
                </a:cubicBezTo>
                <a:cubicBezTo>
                  <a:pt x="6031790" y="4548276"/>
                  <a:pt x="6021405" y="4557977"/>
                  <a:pt x="6018854" y="4570815"/>
                </a:cubicBezTo>
                <a:cubicBezTo>
                  <a:pt x="6021736" y="4583801"/>
                  <a:pt x="6030754" y="4622347"/>
                  <a:pt x="6033000" y="4633846"/>
                </a:cubicBezTo>
                <a:lnTo>
                  <a:pt x="6032325" y="4639816"/>
                </a:lnTo>
                <a:lnTo>
                  <a:pt x="6032549" y="4639923"/>
                </a:lnTo>
                <a:cubicBezTo>
                  <a:pt x="6032911" y="4641190"/>
                  <a:pt x="6032878" y="4643141"/>
                  <a:pt x="6032309" y="4646192"/>
                </a:cubicBezTo>
                <a:lnTo>
                  <a:pt x="6031095" y="4650706"/>
                </a:lnTo>
                <a:lnTo>
                  <a:pt x="6029786" y="4662290"/>
                </a:lnTo>
                <a:cubicBezTo>
                  <a:pt x="6030161" y="4663587"/>
                  <a:pt x="6030536" y="4664883"/>
                  <a:pt x="6030911" y="4666180"/>
                </a:cubicBezTo>
                <a:lnTo>
                  <a:pt x="6033630" y="4667585"/>
                </a:lnTo>
                <a:lnTo>
                  <a:pt x="6033189" y="4668660"/>
                </a:lnTo>
                <a:cubicBezTo>
                  <a:pt x="6027286" y="4676831"/>
                  <a:pt x="6019767" y="4679345"/>
                  <a:pt x="6038764" y="4689807"/>
                </a:cubicBezTo>
                <a:cubicBezTo>
                  <a:pt x="6028616" y="4708535"/>
                  <a:pt x="6040474" y="4712235"/>
                  <a:pt x="6042217" y="4737890"/>
                </a:cubicBezTo>
                <a:cubicBezTo>
                  <a:pt x="6033362" y="4748600"/>
                  <a:pt x="6035273" y="4757223"/>
                  <a:pt x="6040543" y="4765657"/>
                </a:cubicBezTo>
                <a:cubicBezTo>
                  <a:pt x="6034416" y="4790618"/>
                  <a:pt x="6040696" y="4813399"/>
                  <a:pt x="6039956" y="4841463"/>
                </a:cubicBezTo>
                <a:lnTo>
                  <a:pt x="6057123" y="4969863"/>
                </a:lnTo>
                <a:lnTo>
                  <a:pt x="6055039" y="4974028"/>
                </a:lnTo>
                <a:cubicBezTo>
                  <a:pt x="6053860" y="4976933"/>
                  <a:pt x="6053409" y="4978909"/>
                  <a:pt x="6053462" y="4980318"/>
                </a:cubicBezTo>
                <a:lnTo>
                  <a:pt x="6053643" y="4980501"/>
                </a:lnTo>
                <a:lnTo>
                  <a:pt x="6051733" y="4986338"/>
                </a:lnTo>
                <a:lnTo>
                  <a:pt x="6049602" y="4991296"/>
                </a:lnTo>
                <a:cubicBezTo>
                  <a:pt x="6058123" y="5019829"/>
                  <a:pt x="6066643" y="5048361"/>
                  <a:pt x="6075165" y="5076895"/>
                </a:cubicBezTo>
                <a:lnTo>
                  <a:pt x="6073751" y="5081568"/>
                </a:lnTo>
                <a:cubicBezTo>
                  <a:pt x="6073034" y="5084748"/>
                  <a:pt x="6072888" y="5086810"/>
                  <a:pt x="6073150" y="5088173"/>
                </a:cubicBezTo>
                <a:lnTo>
                  <a:pt x="6073355" y="5088300"/>
                </a:lnTo>
                <a:lnTo>
                  <a:pt x="6072362" y="5094558"/>
                </a:lnTo>
                <a:cubicBezTo>
                  <a:pt x="6070184" y="5105196"/>
                  <a:pt x="6067588" y="5115626"/>
                  <a:pt x="6064726" y="5125620"/>
                </a:cubicBezTo>
                <a:cubicBezTo>
                  <a:pt x="6063568" y="5154527"/>
                  <a:pt x="6065189" y="5244020"/>
                  <a:pt x="6065415" y="5268004"/>
                </a:cubicBezTo>
                <a:cubicBezTo>
                  <a:pt x="6065637" y="5268513"/>
                  <a:pt x="6065860" y="5269021"/>
                  <a:pt x="6066081" y="5269530"/>
                </a:cubicBezTo>
                <a:lnTo>
                  <a:pt x="6043407" y="5390941"/>
                </a:lnTo>
                <a:cubicBezTo>
                  <a:pt x="6032545" y="5438194"/>
                  <a:pt x="6020942" y="5465286"/>
                  <a:pt x="6025377" y="5539927"/>
                </a:cubicBezTo>
                <a:cubicBezTo>
                  <a:pt x="6019787" y="5610775"/>
                  <a:pt x="6013913" y="5740573"/>
                  <a:pt x="6010052" y="5791594"/>
                </a:cubicBezTo>
                <a:cubicBezTo>
                  <a:pt x="5989401" y="5787060"/>
                  <a:pt x="6018524" y="5849672"/>
                  <a:pt x="5994220" y="5855206"/>
                </a:cubicBezTo>
                <a:cubicBezTo>
                  <a:pt x="5995282" y="5860240"/>
                  <a:pt x="5980598" y="5868910"/>
                  <a:pt x="5982580" y="5873582"/>
                </a:cubicBezTo>
                <a:cubicBezTo>
                  <a:pt x="5982922" y="5874401"/>
                  <a:pt x="5983265" y="5875218"/>
                  <a:pt x="5983608" y="5876037"/>
                </a:cubicBezTo>
                <a:lnTo>
                  <a:pt x="5983535" y="5886534"/>
                </a:lnTo>
                <a:lnTo>
                  <a:pt x="5988737" y="5888644"/>
                </a:lnTo>
                <a:cubicBezTo>
                  <a:pt x="5989948" y="5893707"/>
                  <a:pt x="5991159" y="5898769"/>
                  <a:pt x="5992371" y="5903832"/>
                </a:cubicBezTo>
                <a:cubicBezTo>
                  <a:pt x="5992924" y="5909651"/>
                  <a:pt x="5992578" y="5916068"/>
                  <a:pt x="5990780" y="5923391"/>
                </a:cubicBezTo>
                <a:cubicBezTo>
                  <a:pt x="5975822" y="5948880"/>
                  <a:pt x="6013580" y="5981626"/>
                  <a:pt x="5993870" y="6013205"/>
                </a:cubicBezTo>
                <a:cubicBezTo>
                  <a:pt x="5988486" y="6024901"/>
                  <a:pt x="5991718" y="6066777"/>
                  <a:pt x="5997673" y="6074018"/>
                </a:cubicBezTo>
                <a:cubicBezTo>
                  <a:pt x="5998007" y="6081731"/>
                  <a:pt x="6007861" y="6126985"/>
                  <a:pt x="6014840" y="6130837"/>
                </a:cubicBezTo>
                <a:cubicBezTo>
                  <a:pt x="6022998" y="6137057"/>
                  <a:pt x="5999420" y="6156330"/>
                  <a:pt x="6010704" y="6152982"/>
                </a:cubicBezTo>
                <a:cubicBezTo>
                  <a:pt x="6008682" y="6186619"/>
                  <a:pt x="6039938" y="6191636"/>
                  <a:pt x="6038294" y="6221100"/>
                </a:cubicBezTo>
                <a:cubicBezTo>
                  <a:pt x="6039643" y="6222126"/>
                  <a:pt x="6046356" y="6257468"/>
                  <a:pt x="6052331" y="6287550"/>
                </a:cubicBezTo>
                <a:cubicBezTo>
                  <a:pt x="6058307" y="6317632"/>
                  <a:pt x="6082079" y="6391312"/>
                  <a:pt x="6074143" y="6401595"/>
                </a:cubicBezTo>
                <a:cubicBezTo>
                  <a:pt x="6074931" y="6423902"/>
                  <a:pt x="6059614" y="6432919"/>
                  <a:pt x="6060199" y="6487110"/>
                </a:cubicBezTo>
                <a:cubicBezTo>
                  <a:pt x="6075583" y="6574474"/>
                  <a:pt x="6076150" y="6553611"/>
                  <a:pt x="6081156" y="6588589"/>
                </a:cubicBezTo>
                <a:cubicBezTo>
                  <a:pt x="6102088" y="6637976"/>
                  <a:pt x="6067660" y="6687723"/>
                  <a:pt x="6114944" y="6769963"/>
                </a:cubicBezTo>
                <a:cubicBezTo>
                  <a:pt x="6130462" y="6819284"/>
                  <a:pt x="6119243" y="6817955"/>
                  <a:pt x="6128950" y="6835814"/>
                </a:cubicBezTo>
                <a:lnTo>
                  <a:pt x="6132536" y="6858000"/>
                </a:lnTo>
                <a:lnTo>
                  <a:pt x="4789511" y="6858000"/>
                </a:lnTo>
                <a:lnTo>
                  <a:pt x="1866294" y="6858000"/>
                </a:lnTo>
                <a:lnTo>
                  <a:pt x="1705866" y="6858000"/>
                </a:lnTo>
                <a:lnTo>
                  <a:pt x="1343025" y="6858000"/>
                </a:lnTo>
                <a:lnTo>
                  <a:pt x="523269" y="6858000"/>
                </a:lnTo>
                <a:lnTo>
                  <a:pt x="362841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79A1E10-4365-CA38-2443-FAD91C7A27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7034" y="609599"/>
            <a:ext cx="5338194" cy="1322888"/>
          </a:xfrm>
        </p:spPr>
        <p:txBody>
          <a:bodyPr>
            <a:normAutofit/>
          </a:bodyPr>
          <a:lstStyle/>
          <a:p>
            <a:r>
              <a:rPr lang="en-GB"/>
              <a:t>Temperature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5AC8C4-D5E8-1AC8-1020-7787AC7F21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7034" y="2194101"/>
            <a:ext cx="4742771" cy="3983415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GB" sz="2000"/>
              <a:t>Through my analysis of the dataset:</a:t>
            </a:r>
          </a:p>
          <a:p>
            <a:pPr marL="0" indent="0">
              <a:buNone/>
            </a:pPr>
            <a:r>
              <a:rPr lang="en-GB" sz="2000"/>
              <a:t>During mid-year around August, it is hottest and by December and January it is coldest.</a:t>
            </a:r>
          </a:p>
          <a:p>
            <a:pPr marL="0" indent="0">
              <a:buNone/>
            </a:pPr>
            <a:r>
              <a:rPr lang="en-GB" sz="2000" dirty="0"/>
              <a:t>The mean, maximum and minimum temperatures rarely exceed the 90th or </a:t>
            </a:r>
            <a:r>
              <a:rPr lang="en-GB" sz="2000"/>
              <a:t>10th percentile.</a:t>
            </a:r>
            <a:endParaRPr lang="en-GB" sz="2000" dirty="0"/>
          </a:p>
          <a:p>
            <a:pPr marL="0" indent="0">
              <a:buNone/>
            </a:pPr>
            <a:r>
              <a:rPr lang="en-GB" sz="2000" dirty="0"/>
              <a:t>When the mean temperatures exceed the </a:t>
            </a:r>
            <a:r>
              <a:rPr lang="en-GB" sz="2000"/>
              <a:t>90th or 10th percentiles it is by a large margin.</a:t>
            </a:r>
            <a:endParaRPr lang="en-GB" sz="2000" dirty="0"/>
          </a:p>
          <a:p>
            <a:pPr marL="0" indent="0">
              <a:buNone/>
            </a:pPr>
            <a:endParaRPr lang="en-GB" sz="2000" dirty="0"/>
          </a:p>
        </p:txBody>
      </p:sp>
      <p:pic>
        <p:nvPicPr>
          <p:cNvPr id="5" name="Picture 4" descr="A graph of different colored lines&#10;&#10;AI-generated content may be incorrect.">
            <a:extLst>
              <a:ext uri="{FF2B5EF4-FFF2-40B4-BE49-F238E27FC236}">
                <a16:creationId xmlns:a16="http://schemas.microsoft.com/office/drawing/2014/main" id="{775A2915-B712-63DB-8218-8BFC0AAB2D7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025" r="425" b="2"/>
          <a:stretch>
            <a:fillRect/>
          </a:stretch>
        </p:blipFill>
        <p:spPr>
          <a:xfrm>
            <a:off x="6245749" y="3422865"/>
            <a:ext cx="5942130" cy="3122332"/>
          </a:xfrm>
          <a:prstGeom prst="rect">
            <a:avLst/>
          </a:prstGeom>
        </p:spPr>
      </p:pic>
      <p:pic>
        <p:nvPicPr>
          <p:cNvPr id="7" name="Picture 6" descr="A graph showing the temperature of a park&#10;&#10;AI-generated content may be incorrect.">
            <a:extLst>
              <a:ext uri="{FF2B5EF4-FFF2-40B4-BE49-F238E27FC236}">
                <a16:creationId xmlns:a16="http://schemas.microsoft.com/office/drawing/2014/main" id="{B2135343-9A3B-CED1-B3D8-D2241BF63E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6092" y="181341"/>
            <a:ext cx="5932121" cy="2949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46071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6E82E5-5829-5601-65FA-56D25AE364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238E25-0EE3-A190-1E48-9A5447AB72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GB" dirty="0"/>
              <a:t>The analysis of the Phoenix Park dataset displays clear patterns in rain and temperature. My findings paint a picture of Phoenix Park being a wet and cold place during winter but damp and warm during summer. I think that my findings show that temperature and rain at phoenix park are overall predictable, due to the temperature rarely being above or below the 90 or 10th percentile.</a:t>
            </a:r>
          </a:p>
        </p:txBody>
      </p:sp>
    </p:spTree>
    <p:extLst>
      <p:ext uri="{BB962C8B-B14F-4D97-AF65-F5344CB8AC3E}">
        <p14:creationId xmlns:p14="http://schemas.microsoft.com/office/powerpoint/2010/main" val="1494934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46</TotalTime>
  <Words>200</Words>
  <Application>Microsoft Office PowerPoint</Application>
  <PresentationFormat>Widescreen</PresentationFormat>
  <Paragraphs>16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Phoenix Park Main Findings </vt:lpstr>
      <vt:lpstr>Precipitation</vt:lpstr>
      <vt:lpstr>Temperature</vt:lpstr>
      <vt:lpstr>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C24383676 Allen Lapitan</cp:lastModifiedBy>
  <cp:revision>244</cp:revision>
  <dcterms:created xsi:type="dcterms:W3CDTF">2026-03-12T20:59:17Z</dcterms:created>
  <dcterms:modified xsi:type="dcterms:W3CDTF">2026-03-13T13:11:37Z</dcterms:modified>
</cp:coreProperties>
</file>